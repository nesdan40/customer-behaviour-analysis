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F6D5-349D-3CEF-79C5-57B589CA4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59210-DF1B-E77C-61E6-092EBA907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74779-3FD8-B1F7-32D3-FA762302A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B096-76E0-4112-8C9C-EA44C0D971F1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5D7E9-CEF8-A6C9-777C-E245C90F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9D984-3F42-DAD2-66CD-51EA96822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F75F-2C7C-484A-96AD-2D8F11806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884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06BCA-7A53-1DDC-FF79-CB3AEE828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73D14-CC5A-85FE-3859-0C7DF36C4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AAB10-1908-0085-079F-EC24C1D5A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B096-76E0-4112-8C9C-EA44C0D971F1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9E4EE-5298-3412-B4FE-EABA37D0D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DC7F0-984A-9C47-C977-AB247068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F75F-2C7C-484A-96AD-2D8F11806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145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412B4-1D57-6F8B-A57A-7C67868B7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83486-D717-13A1-797D-BB720C848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6B885-417C-772B-7668-8440BE6BB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B096-76E0-4112-8C9C-EA44C0D971F1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A36CE-1235-2A3D-1470-AE6447EE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2EA6C-86D4-9BF9-46A3-9274A737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F75F-2C7C-484A-96AD-2D8F11806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589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44BCB-FE6C-8B1C-6B65-5C3D550C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F2242-E437-FFD0-96E3-C386A4366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7A25D-8C2D-3419-1790-94F58BA55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6D8E0-445A-263E-A9A9-88C793262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B096-76E0-4112-8C9C-EA44C0D971F1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C6F7D-51B7-2E55-B2C1-3E2AEDA77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3A885-0CDF-B5CE-0092-763EE95C5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F75F-2C7C-484A-96AD-2D8F11806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520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E911F-6791-52F0-5178-6F80518C4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6D3F5-50BE-B00A-CDFD-A41FD7F1D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C7697C-89A1-4455-B110-C2F470A03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5C87F6-E4BD-C7C0-1080-380132FC2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2EEDD9-63E1-DEF5-A1E8-E5D73556D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4CA6E-2D62-6B20-C9FF-4DBD40250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B096-76E0-4112-8C9C-EA44C0D971F1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5D9183-2AF2-1DAB-F980-187CA50EE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1FC76C-4A7A-BA17-2355-1A0FFED0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F75F-2C7C-484A-96AD-2D8F11806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353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D327-818A-91BD-8DEE-76D38CA71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BA6258-B93B-853A-4E19-C6D7C09B8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B096-76E0-4112-8C9C-EA44C0D971F1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BCFA0C-BBA4-53F4-0F1A-0291EBB2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A4127F-7FDA-BA0E-5560-07F28BB58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F75F-2C7C-484A-96AD-2D8F11806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459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5F2D64-72A9-1606-E5DA-EE5B8407F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B096-76E0-4112-8C9C-EA44C0D971F1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89842B-82CD-20C4-8163-C6DBE92D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226C1-25D7-69E7-AE77-167FBE9B1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F75F-2C7C-484A-96AD-2D8F11806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310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8549A-19AB-E85F-5E86-64BF7646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06E83-2935-82AD-BB2E-C68E8F693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4B88-F3BB-0C80-9034-1493AB3A4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2DE95-4BEB-6E67-13DE-9E34FC523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B096-76E0-4112-8C9C-EA44C0D971F1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762BB-D7C5-CA32-7E15-8DCD166FE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73BE2-21F8-D6DF-8E0A-3CEA8FFEC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F75F-2C7C-484A-96AD-2D8F11806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582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B9086-789C-43D4-483F-13D1A3520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A7D3C0-351F-2E80-7539-5623624D3C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3A4D7-0894-0A67-D8B9-F0152B78B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A16FB-EB13-0F7E-E213-F4A1E7708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B096-76E0-4112-8C9C-EA44C0D971F1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1EC43-CFF3-BFEC-A55E-C96752D81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6AC82-796F-6950-C89E-1E28A7FDD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F75F-2C7C-484A-96AD-2D8F11806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650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1CEA7-2100-E7D1-A823-8D43CE18A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4CFCA-FD65-929F-5CC9-2E52F8E9A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C62C9-574B-73E4-5C99-3DCC8C323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B096-76E0-4112-8C9C-EA44C0D971F1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AC41A-B041-7D52-EABD-2973571AE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87006-E47D-DED5-DA19-FEB1A941C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F75F-2C7C-484A-96AD-2D8F11806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991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8636A1-9E4E-A429-BBBD-086E2BC93E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CB3B96-C42A-C731-875B-4A0F3862E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196CC-AB7F-3CD6-1211-6FC9FD66A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B096-76E0-4112-8C9C-EA44C0D971F1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B0157-35F6-F7F7-34D7-6C13A1EF4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50F71-9C02-3F67-296A-AEAF100CB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F75F-2C7C-484A-96AD-2D8F11806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123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9C5E59-1A97-C226-5877-B8427841B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D332D-9E99-DD15-E6DD-148FD6C29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13D43-8AE7-A064-A442-155BE9E9C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2B096-76E0-4112-8C9C-EA44C0D971F1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30CC8-7C66-0845-A361-74200940C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9D9BF-FC9E-1570-3140-CC27EF5DC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9F75F-2C7C-484A-96AD-2D8F11806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023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11E49-5E62-0EF3-6ACB-FA04AC0803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3958A-5413-8C5E-2CB9-77418D5652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837586-42F9-1D39-7AD4-FC15F430E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" y="0"/>
            <a:ext cx="121564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03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FAFB0-3586-783B-3BDC-53E73068A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E5B52-F73E-E523-2611-FE9D639D5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14CE48-F647-5A14-8881-595024C77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" y="0"/>
            <a:ext cx="12141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19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B3D43-DF16-91CC-3C71-5D51CB2C3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657A2-D4A6-F9A3-F6DC-329111882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ECCA2E-E22F-0722-D01F-DEC233983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" y="0"/>
            <a:ext cx="121564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1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B6C1-1D32-B9E1-F7AC-9CBA2153D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2E071-E69E-7895-2F25-56F8AE15E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58F769-BBD9-B030-ABD1-FDE1C46FC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9" y="0"/>
            <a:ext cx="12164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546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115F6-E98F-C5A1-57AE-6D5681421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6D8FD-E804-124E-61DB-C665EFBCB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47EB9F-613B-608D-A0E1-322D47BFD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4" y="0"/>
            <a:ext cx="12143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56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86EFB-09AD-80C3-DC28-52AB5282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ED7EC-E4A3-8B97-922D-5C417671C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B5F331-7D02-DB3A-8F20-40BB408BA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4"/>
            <a:ext cx="12192000" cy="685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631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EE928-CA98-3787-C66C-619669423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B9DD8-855A-698D-486C-790C9A5FE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ACFA1-9420-6B9A-7B8D-8496E4A7B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6" y="0"/>
            <a:ext cx="121603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868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EAB66-1E0C-3CF5-90AD-80001292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52D5-4BF7-8C9F-0CE7-B3F83EEDE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F76F86-ACB1-1274-42AE-2C6A3E818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" y="0"/>
            <a:ext cx="121835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786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200D7-4E37-10BC-57A2-DA8A04526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8FFA8-7E8F-9EE3-A4D6-B2DCCB17B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36E2FA-6B4E-9F03-AF77-E2572263D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" y="0"/>
            <a:ext cx="121733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44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18E0F-F542-1318-BCD4-D72A06B0A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27FCC-41CE-8334-27C6-0E3B58351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7BAC88-C51D-85FC-5761-C4A29A95B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9" y="-5316"/>
            <a:ext cx="12164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30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Nesan Daniel A</dc:creator>
  <cp:lastModifiedBy>Nesan Daniel A</cp:lastModifiedBy>
  <cp:revision>1</cp:revision>
  <dcterms:created xsi:type="dcterms:W3CDTF">2026-05-15T10:34:44Z</dcterms:created>
  <dcterms:modified xsi:type="dcterms:W3CDTF">2026-05-15T10:35:07Z</dcterms:modified>
</cp:coreProperties>
</file>